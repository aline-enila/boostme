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15" autoAdjust="0"/>
  </p:normalViewPr>
  <p:slideViewPr>
    <p:cSldViewPr snapToGrid="0">
      <p:cViewPr varScale="1">
        <p:scale>
          <a:sx n="102" d="100"/>
          <a:sy n="102" d="100"/>
        </p:scale>
        <p:origin x="188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4ccc9e2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c74ccc9e2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4ccc9e2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c74ccc9e2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30774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28575" cap="flat" cmpd="sng">
            <a:solidFill>
              <a:srgbClr val="FF2D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475" y="1228676"/>
            <a:ext cx="3119676" cy="2999976"/>
          </a:xfrm>
          <a:prstGeom prst="rect">
            <a:avLst/>
          </a:prstGeom>
          <a:noFill/>
          <a:ln>
            <a:noFill/>
          </a:ln>
          <a:effectLst>
            <a:outerShdw blurRad="57150" dist="180975" dir="5400000" algn="bl" rotWithShape="0">
              <a:srgbClr val="000000">
                <a:alpha val="78000"/>
              </a:srgbClr>
            </a:outerShdw>
          </a:effectLst>
        </p:spPr>
      </p:pic>
      <p:sp>
        <p:nvSpPr>
          <p:cNvPr id="86" name="Google Shape;86;p13"/>
          <p:cNvSpPr txBox="1"/>
          <p:nvPr/>
        </p:nvSpPr>
        <p:spPr>
          <a:xfrm>
            <a:off x="4504678" y="2401200"/>
            <a:ext cx="30093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BoostMe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16875" y="3228900"/>
            <a:ext cx="518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stratégique des performances YouTube</a:t>
            </a:r>
            <a:endParaRPr sz="3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278020" y="939325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Contexte &amp; Objectif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680325" y="1841975"/>
            <a:ext cx="6463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Analyse stratégique des performances YouTube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Identifier les leviers de croissance &amp; d’engagement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🚀 Créer un outil décisionnel pour influenceurs &amp; marques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5" name="Google Shape;95;p14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  <p:sp>
        <p:nvSpPr>
          <p:cNvPr id="102" name="Google Shape;102;p15"/>
          <p:cNvSpPr txBox="1"/>
          <p:nvPr/>
        </p:nvSpPr>
        <p:spPr>
          <a:xfrm>
            <a:off x="3083370" y="11910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Présentation de l’équipe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266250" y="2105400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👩‍💻 Data Analyst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 Data Engineer (API &amp; automatisation)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 Expert Power BI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🖥 Développeur Streamlit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6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  <p:sp>
        <p:nvSpPr>
          <p:cNvPr id="110" name="Google Shape;110;p16"/>
          <p:cNvSpPr txBox="1"/>
          <p:nvPr/>
        </p:nvSpPr>
        <p:spPr>
          <a:xfrm>
            <a:off x="2824670" y="12686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Outils 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007550" y="2183000"/>
            <a:ext cx="7315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🐍 Python (Pandas, API YouTube)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🗄 SQL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Power BI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🌐 Streamlit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🔁 Git &amp; GitHub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7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  <p:sp>
        <p:nvSpPr>
          <p:cNvPr id="118" name="Google Shape;118;p17"/>
          <p:cNvSpPr txBox="1"/>
          <p:nvPr/>
        </p:nvSpPr>
        <p:spPr>
          <a:xfrm>
            <a:off x="3142170" y="10334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Méthode Agile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3325050" y="1947800"/>
            <a:ext cx="7315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 meeting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priorisé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Itérations rapides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 continue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-167700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1 : Analyse Power BI</a:t>
            </a:r>
            <a:endParaRPr/>
          </a:p>
        </p:txBody>
      </p:sp>
      <p:pic>
        <p:nvPicPr>
          <p:cNvPr id="126" name="Google Shape;126;p18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4038" y="547430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Dashboard Power BI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914400" y="1041075"/>
            <a:ext cx="7315200" cy="43863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9525" cap="flat" cmpd="sng">
            <a:solidFill>
              <a:srgbClr val="FF2D7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971775" y="5519800"/>
            <a:ext cx="6400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KPIs clés : vues, likes, engagement rate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par année, catégorie et chaîne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Identification des tendances fortes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 stratégique pour prise de décision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-108125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973200" y="235725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2 : Application Streamlit</a:t>
            </a:r>
            <a:endParaRPr/>
          </a:p>
        </p:txBody>
      </p:sp>
      <p:pic>
        <p:nvPicPr>
          <p:cNvPr id="140" name="Google Shape;140;p20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4038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Application Interactive BoostMe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914400" y="1371600"/>
            <a:ext cx="7315200" cy="32004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9525" cap="flat" cmpd="sng">
            <a:solidFill>
              <a:srgbClr val="FF2D7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188725" y="4826000"/>
            <a:ext cx="6400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Filtres dynamiques multi-critères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Analyse en temps réel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UX moderne &amp; intuitive</a:t>
            </a:r>
            <a:endParaRPr b="1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Outil prêt pour déploiement client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-108125" y="2017800"/>
            <a:ext cx="9479400" cy="14112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973200" y="2357250"/>
            <a:ext cx="7315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Phase 3 : Automatisation Airflow</a:t>
            </a:r>
            <a:endParaRPr/>
          </a:p>
        </p:txBody>
      </p:sp>
      <p:pic>
        <p:nvPicPr>
          <p:cNvPr id="154" name="Google Shape;154;p22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3613" y="5439026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328475" y="457200"/>
            <a:ext cx="858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DAG d’automatisation de récolte des vidéos Youtube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914400" y="1371600"/>
            <a:ext cx="7315200" cy="32004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9525" cap="flat" cmpd="sng">
            <a:solidFill>
              <a:srgbClr val="FF2D7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188725" y="4826000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texte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4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  <p:sp>
        <p:nvSpPr>
          <p:cNvPr id="168" name="Google Shape;168;p24"/>
          <p:cNvSpPr txBox="1"/>
          <p:nvPr/>
        </p:nvSpPr>
        <p:spPr>
          <a:xfrm>
            <a:off x="3036220" y="1292125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Axes d’amélioration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3219100" y="2206525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Ajout Instagram &amp; TikTok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Automatisation complète des pipelines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Machine Learning prédictif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Déploiement Cloud (Streamlit Cloud / Azure)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2480425" y="-193625"/>
            <a:ext cx="6808500" cy="729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5" descr="LOGO_Boost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300" y="5462551"/>
            <a:ext cx="1235925" cy="1188500"/>
          </a:xfrm>
          <a:prstGeom prst="rect">
            <a:avLst/>
          </a:prstGeom>
          <a:noFill/>
          <a:ln>
            <a:noFill/>
          </a:ln>
          <a:effectLst>
            <a:outerShdw blurRad="157163" dist="66675" dir="5400000" algn="bl" rotWithShape="0">
              <a:srgbClr val="000000">
                <a:alpha val="68000"/>
              </a:srgbClr>
            </a:outerShdw>
          </a:effectLst>
        </p:spPr>
      </p:pic>
      <p:sp>
        <p:nvSpPr>
          <p:cNvPr id="176" name="Google Shape;176;p25"/>
          <p:cNvSpPr txBox="1"/>
          <p:nvPr/>
        </p:nvSpPr>
        <p:spPr>
          <a:xfrm>
            <a:off x="2965770" y="1151000"/>
            <a:ext cx="73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8C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48650" y="2065400"/>
            <a:ext cx="7315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BoostMe = Labo d’influence data-driven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stratégique &amp; évolutive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: plateforme multi-réseaux intelligente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Affichage à l'écran (4:3)</PresentationFormat>
  <Paragraphs>47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Romain Moscatelli</cp:lastModifiedBy>
  <cp:revision>1</cp:revision>
  <dcterms:modified xsi:type="dcterms:W3CDTF">2026-02-13T09:36:30Z</dcterms:modified>
</cp:coreProperties>
</file>